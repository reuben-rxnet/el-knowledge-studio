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67DC-6302-B0E5-D94A-648F28021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C2F8D-6E45-990C-BB30-7333F41CE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BAD5-AE03-7B28-E6D6-472747A2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4AF06-FBDD-D56E-527A-4B156CE4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6C55D-B1A7-F7DE-267B-EF024846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271C-CDCA-BFE0-E5AD-DE4EAFB8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952B5-87BF-8B2F-DA6D-72C391C62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66A3-84D7-0CE8-A71C-F9AB4A6F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2B3AA-BAC6-5411-3A96-C6AC1D75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8F64C-9169-8B2E-17DD-B5747CAA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63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577A-5FA0-DD0A-8F48-27D5CEEF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06D99-DCE2-9395-3C05-2A76E3E7B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2A127-B12D-F911-69F5-20712734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513E-D5D8-96F0-3253-112AABB4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7D516-F65A-6C4E-6585-2C82D27E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5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B59F-D4A6-E381-A576-96053630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A4B2-CBBD-D223-33DC-353A138C9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A3A50-D40C-479A-CCC5-8024606A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5A784-CBBB-DCFC-C43D-D9D281AE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AF6EB-D3C6-B545-571F-41B1BCE4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A2A0F-B6AF-60FC-47A1-89F3FAB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21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CEFB-3618-79BB-46DC-92DAA943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53DA8-A252-839C-AC17-951B95BEB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BDD8C-4C10-47C3-83AB-6BCB71FEA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E097B-8C4F-4E11-F7AA-DE7646F6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1A27E-D351-39EA-42CD-97EF8D621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522D0-CF0A-BD2C-2484-DEC1CCEB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CEBEC-256F-7BAF-2207-CB52B95B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9940A-4CE7-7BA3-CD6C-A6B1453A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7BE4-908A-387C-C181-2A56254A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89999-04E2-A114-A693-FF123CFC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77BC1-D964-A5FD-B015-37CAB3E3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65B46-2E7A-5CF9-1DB1-71A57F5B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0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54B13-E839-5E47-D7CD-747A5C9E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6EACF-613B-EBEF-4457-061C63FE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C0379-8F8F-93CC-9F60-2436FB44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6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2D9E-D9A4-1A8C-1E25-FA441BA1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18FF-A0C1-4F4A-B711-43CE9D920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AE787-49B0-53C2-47BD-F8172BC27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6C56B-888A-47B5-9207-0217ABB3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022A8-6114-1BF9-CEFF-34366AB5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F93A5-A479-A12F-C908-3D6F178E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9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9C51-754F-70AD-A407-7BE4E2E4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1D8F8-3C02-0EB2-34A7-A7C305CF3F8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F4F88-2270-57EE-9FD8-BD56FDCD9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C4D34-7C6E-F8ED-2853-D52C92CC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E2EA3-07B1-FA3C-A9F1-7868DD25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B3985-9199-BB8C-266B-232F4F16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04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A94F-8A62-F3FA-C067-D8D968FF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473EE-CB39-E4E6-746A-EA3F5BC5E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3C1D-EAF5-C2F7-A2A5-357155A8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29BB9-7172-4D05-B2A9-E16BA0F1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5CB8C-CE88-6A42-BFFF-239EBB42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76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10BB0-18DA-275E-A3F8-7F2E2EA31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C918D-5DEE-D8DE-7816-7097DD21B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08FE-CBD1-5A11-E3A3-5678E9BA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D037-2CDC-FF9E-A49C-ACAA1785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E997-1623-FE36-7948-4FB38C5F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88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B260-6640-A2C3-1B7F-21C110C6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BE753-8E44-649E-7BF8-DBB21DABD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264F-A512-CD8D-68AB-E982AE36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81420-C8CE-AE1B-C86F-4A789907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47AC9-9EEE-5FAF-1069-C69AB7CE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E0E07-1794-B790-3D2E-51F37177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C3DDC-8154-546A-8F9D-42FEA8C0F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4800-09D6-AF51-93CA-09AE10C1E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CAF7E-9A2A-4D3F-BBA4-6B50DECD451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406B-7BEC-1668-E238-60F10E93F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7A1EC-ACAC-44E1-4A4E-9FEAB019D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6D63B-1FDD-4A5B-92D7-BD1709970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86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ACBB-040A-5475-668F-AE431EEB6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Store closing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6F6B7-133C-1A1A-FBDF-896F8679C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Retail Operations Europe</a:t>
            </a:r>
          </a:p>
        </p:txBody>
      </p:sp>
    </p:spTree>
    <p:extLst>
      <p:ext uri="{BB962C8B-B14F-4D97-AF65-F5344CB8AC3E}">
        <p14:creationId xmlns:p14="http://schemas.microsoft.com/office/powerpoint/2010/main" val="398409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1E2D-F262-27AF-A640-3FE324B4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Close the 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B5C6F-FEDB-EE6D-295C-DD1C5BE1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Store Portal and select Close Day</a:t>
            </a:r>
          </a:p>
          <a:p>
            <a:r>
              <a:rPr lang="en-US"/>
              <a:t>Count the cash drawer and enter the total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58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E856-16A6-D97D-4CD2-DC566F8A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Secure the store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910E-CBA9-A64A-F759-7F2B4192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Lock the safe</a:t>
            </a:r>
          </a:p>
          <a:p>
            <a:r>
              <a:rPr lang="en-US"/>
              <a:t>Confirm the closing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8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9a4386-74b9-4603-ae20-950a659f9b6e}" enabled="1" method="Standard" siteId="{c7d1a8f7-0546-4a0c-8cf5-3ddaebf97d5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Store closing procedure</vt:lpstr>
      <vt:lpstr>Close the day</vt:lpstr>
      <vt:lpstr>Secure the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Reuben DSOUZA</dc:creator>
  <cp:lastModifiedBy>Reuben DSOUZA</cp:lastModifiedBy>
  <cp:revision>1</cp:revision>
  <dcterms:created xsi:type="dcterms:W3CDTF">2026-10-26T10:48:44Z</dcterms:created>
  <dcterms:modified xsi:type="dcterms:W3CDTF">2026-10-26T10:48:44Z</dcterms:modified>
</cp:coreProperties>
</file>